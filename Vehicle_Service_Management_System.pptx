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image" Target="../media/image-8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image" Target="../media/image-9-3.jpg"/><Relationship Id="rId4" Type="http://schemas.openxmlformats.org/officeDocument/2006/relationships/image" Target="../media/image-9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INTERNSHIP PROJECT  |  IT3711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Vehicle Service Management System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0604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Swing + JDBC + MySQL desktop application to automate customer, vehicle, service and billing records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1188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Anbukumar M (810023205106)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Information Technology, VII Semester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College of Engineering (BIT Campus), Anna University, Tiruchirappalli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Internship: Samcore Solutions, Trichy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&amp; Internship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Service Management System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2336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64592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paper registers with a computerized system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customers, vehicles, services, billing and reports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Java Swing GUI, JDBC and MySQL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during 30-day internship on Java Full Stack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402336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84632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Samcore Solutions, Trichy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6002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development and IT training company: Java Full Stack, web development, MySQL, Spring Boot and real-time student projects.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2880360"/>
            <a:ext cx="402336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846320" y="2971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objectives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33832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and OOP practice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with MySQL and JDBC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SDLC: analysis to testing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vs Proposed System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Service Management System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2336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(manual)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64592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registers and spreadsheets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searching of service history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mistakes from manual calculation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or duplicated records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data security, no easy reports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402336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84632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84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(VSMS)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64592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MySQL database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 and authentication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search, update and delete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bills and full service history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with less paperwork and fewer errors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Service Management System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14400" y="1097280"/>
            <a:ext cx="1645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B254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1097280"/>
            <a:ext cx="16459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0" y="1348740"/>
            <a:ext cx="457200" cy="0"/>
          </a:xfrm>
          <a:prstGeom prst="line">
            <a:avLst/>
          </a:prstGeom>
          <a:noFill/>
          <a:ln w="19050">
            <a:solidFill>
              <a:srgbClr val="5C6B7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017520" y="1097280"/>
            <a:ext cx="20116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B254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017520" y="1097280"/>
            <a:ext cx="20116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Authentication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0" y="1348740"/>
            <a:ext cx="457200" cy="0"/>
          </a:xfrm>
          <a:prstGeom prst="line">
            <a:avLst/>
          </a:prstGeom>
          <a:noFill/>
          <a:ln w="19050">
            <a:solidFill>
              <a:srgbClr val="5C6B7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486400" y="1097280"/>
            <a:ext cx="2743200" cy="5029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486400" y="1097280"/>
            <a:ext cx="27432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Service System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286000"/>
            <a:ext cx="15087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B254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57200" y="2286000"/>
            <a:ext cx="150876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Management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211580" y="2926080"/>
            <a:ext cx="0" cy="365760"/>
          </a:xfrm>
          <a:prstGeom prst="line">
            <a:avLst/>
          </a:prstGeom>
          <a:noFill/>
          <a:ln w="19050">
            <a:solidFill>
              <a:srgbClr val="5C6B7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139696" y="2286000"/>
            <a:ext cx="15087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B254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2139696" y="2286000"/>
            <a:ext cx="150876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Management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894076" y="2926080"/>
            <a:ext cx="0" cy="365760"/>
          </a:xfrm>
          <a:prstGeom prst="line">
            <a:avLst/>
          </a:prstGeom>
          <a:noFill/>
          <a:ln w="19050">
            <a:solidFill>
              <a:srgbClr val="5C6B7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822192" y="2286000"/>
            <a:ext cx="15087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B254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3822192" y="2286000"/>
            <a:ext cx="150876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Management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6572" y="2926080"/>
            <a:ext cx="0" cy="365760"/>
          </a:xfrm>
          <a:prstGeom prst="line">
            <a:avLst/>
          </a:prstGeom>
          <a:noFill/>
          <a:ln w="19050">
            <a:solidFill>
              <a:srgbClr val="5C6B7A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504688" y="2286000"/>
            <a:ext cx="15087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B254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5504688" y="2286000"/>
            <a:ext cx="150876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Management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59068" y="2926080"/>
            <a:ext cx="0" cy="365760"/>
          </a:xfrm>
          <a:prstGeom prst="line">
            <a:avLst/>
          </a:prstGeom>
          <a:noFill/>
          <a:ln w="19050">
            <a:solidFill>
              <a:srgbClr val="5C6B7A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187184" y="2286000"/>
            <a:ext cx="15087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B254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7187184" y="2286000"/>
            <a:ext cx="150876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Management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941564" y="2926080"/>
            <a:ext cx="0" cy="365760"/>
          </a:xfrm>
          <a:prstGeom prst="line">
            <a:avLst/>
          </a:prstGeom>
          <a:noFill/>
          <a:ln w="19050">
            <a:solidFill>
              <a:srgbClr val="5C6B7A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858000" y="1600200"/>
            <a:ext cx="0" cy="320040"/>
          </a:xfrm>
          <a:prstGeom prst="line">
            <a:avLst/>
          </a:prstGeom>
          <a:noFill/>
          <a:ln w="19050">
            <a:solidFill>
              <a:srgbClr val="5C6B7A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211580" y="1920240"/>
            <a:ext cx="5646420" cy="0"/>
          </a:xfrm>
          <a:prstGeom prst="line">
            <a:avLst/>
          </a:prstGeom>
          <a:noFill/>
          <a:ln w="19050">
            <a:solidFill>
              <a:srgbClr val="5C6B7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211580" y="1920240"/>
            <a:ext cx="0" cy="365760"/>
          </a:xfrm>
          <a:prstGeom prst="line">
            <a:avLst/>
          </a:prstGeom>
          <a:noFill/>
          <a:ln w="19050">
            <a:solidFill>
              <a:srgbClr val="5C6B7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894076" y="1920240"/>
            <a:ext cx="0" cy="365760"/>
          </a:xfrm>
          <a:prstGeom prst="line">
            <a:avLst/>
          </a:prstGeom>
          <a:noFill/>
          <a:ln w="19050">
            <a:solidFill>
              <a:srgbClr val="5C6B7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6572" y="1920240"/>
            <a:ext cx="0" cy="365760"/>
          </a:xfrm>
          <a:prstGeom prst="line">
            <a:avLst/>
          </a:prstGeom>
          <a:noFill/>
          <a:ln w="19050">
            <a:solidFill>
              <a:srgbClr val="5C6B7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59068" y="1920240"/>
            <a:ext cx="0" cy="365760"/>
          </a:xfrm>
          <a:prstGeom prst="line">
            <a:avLst/>
          </a:prstGeom>
          <a:noFill/>
          <a:ln w="19050">
            <a:solidFill>
              <a:srgbClr val="5C6B7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941564" y="1920240"/>
            <a:ext cx="0" cy="365760"/>
          </a:xfrm>
          <a:prstGeom prst="line">
            <a:avLst/>
          </a:prstGeom>
          <a:noFill/>
          <a:ln w="19050">
            <a:solidFill>
              <a:srgbClr val="5C6B7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3291840"/>
            <a:ext cx="8229600" cy="640080"/>
          </a:xfrm>
          <a:prstGeom prst="rect">
            <a:avLst/>
          </a:prstGeom>
          <a:solidFill>
            <a:srgbClr val="E8761A"/>
          </a:solidFill>
          <a:ln w="6350">
            <a:solidFill>
              <a:srgbClr val="E8761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57200" y="3291840"/>
            <a:ext cx="822960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 connectivity  &gt;  MySQL Database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modules read and write through one database layer: store, retrieve, update and delete records.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Modules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Service Management System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65176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280160"/>
            <a:ext cx="457200" cy="45720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2801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8745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and password check, secure access, logout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46120" y="1097280"/>
            <a:ext cx="265176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29000" y="1280160"/>
            <a:ext cx="457200" cy="457200"/>
          </a:xfrm>
          <a:prstGeom prst="ellipse">
            <a:avLst/>
          </a:prstGeom>
          <a:solidFill>
            <a:srgbClr val="E8761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2900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023360" y="12801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18745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update, search and delete customer details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35040" y="1097280"/>
            <a:ext cx="265176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280160"/>
            <a:ext cx="457200" cy="45720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812280" y="12801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Vehicle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18745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vehicles with model, fuel type, chassis and engine numbers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2880360"/>
            <a:ext cx="265176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3063240"/>
            <a:ext cx="457200" cy="457200"/>
          </a:xfrm>
          <a:prstGeom prst="ellipse">
            <a:avLst/>
          </a:prstGeom>
          <a:solidFill>
            <a:srgbClr val="E8761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30632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36576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 bridge to MySQL for all CRUD operations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46120" y="2880360"/>
            <a:ext cx="265176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429000" y="3063240"/>
            <a:ext cx="457200" cy="45720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42900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4023360" y="30632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3429000" y="36576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records by customer name, ID or vehicle number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035040" y="2880360"/>
            <a:ext cx="265176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17920" y="3063240"/>
            <a:ext cx="457200" cy="457200"/>
          </a:xfrm>
          <a:prstGeom prst="ellipse">
            <a:avLst/>
          </a:prstGeom>
          <a:solidFill>
            <a:srgbClr val="E8761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21792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6812280" y="30632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 Management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6217920" y="36576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read, update and delete with confirmation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Service Management System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 algorithm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6517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94360" y="146304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7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4630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login window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463040"/>
            <a:ext cx="26517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383280" y="146304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7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794760" y="14630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username and password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35040" y="1463040"/>
            <a:ext cx="26517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172200" y="146304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7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14630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fields not empty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331720"/>
            <a:ext cx="26517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594360" y="233172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7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23317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MySQL via JDBC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46120" y="2331720"/>
            <a:ext cx="26517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3383280" y="233172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7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3794760" y="23317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with stored record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035040" y="2331720"/>
            <a:ext cx="26517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172200" y="233172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7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23317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Match: open dashboard; else show error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3337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Other algorithms in the report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457200" y="3749040"/>
            <a:ext cx="1298448" cy="777240"/>
          </a:xfrm>
          <a:prstGeom prst="roundRect">
            <a:avLst>
              <a:gd name="adj" fmla="val 9412"/>
            </a:avLst>
          </a:prstGeom>
          <a:solidFill>
            <a:srgbClr val="0B2545"/>
          </a:solidFill>
          <a:ln w="6350">
            <a:solidFill>
              <a:srgbClr val="0B254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7200" y="3749040"/>
            <a:ext cx="1298448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registration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847088" y="3749040"/>
            <a:ext cx="1298448" cy="777240"/>
          </a:xfrm>
          <a:prstGeom prst="roundRect">
            <a:avLst>
              <a:gd name="adj" fmla="val 9412"/>
            </a:avLst>
          </a:prstGeom>
          <a:solidFill>
            <a:srgbClr val="0B2545"/>
          </a:solidFill>
          <a:ln w="6350">
            <a:solidFill>
              <a:srgbClr val="0B254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847088" y="3749040"/>
            <a:ext cx="1298448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registration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36976" y="3749040"/>
            <a:ext cx="1298448" cy="777240"/>
          </a:xfrm>
          <a:prstGeom prst="roundRect">
            <a:avLst>
              <a:gd name="adj" fmla="val 9412"/>
            </a:avLst>
          </a:prstGeom>
          <a:solidFill>
            <a:srgbClr val="0B2545"/>
          </a:solidFill>
          <a:ln w="6350">
            <a:solidFill>
              <a:srgbClr val="0B254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236976" y="3749040"/>
            <a:ext cx="1298448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record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626864" y="3749040"/>
            <a:ext cx="1298448" cy="777240"/>
          </a:xfrm>
          <a:prstGeom prst="roundRect">
            <a:avLst>
              <a:gd name="adj" fmla="val 9412"/>
            </a:avLst>
          </a:prstGeom>
          <a:solidFill>
            <a:srgbClr val="0B2545"/>
          </a:solidFill>
          <a:ln w="6350">
            <a:solidFill>
              <a:srgbClr val="0B254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626864" y="3749040"/>
            <a:ext cx="1298448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record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016752" y="3749040"/>
            <a:ext cx="1298448" cy="777240"/>
          </a:xfrm>
          <a:prstGeom prst="roundRect">
            <a:avLst>
              <a:gd name="adj" fmla="val 9412"/>
            </a:avLst>
          </a:prstGeom>
          <a:solidFill>
            <a:srgbClr val="0B2545"/>
          </a:solidFill>
          <a:ln w="6350">
            <a:solidFill>
              <a:srgbClr val="0B254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016752" y="3749040"/>
            <a:ext cx="1298448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(with confirm)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406640" y="3749040"/>
            <a:ext cx="1298448" cy="777240"/>
          </a:xfrm>
          <a:prstGeom prst="roundRect">
            <a:avLst>
              <a:gd name="adj" fmla="val 9412"/>
            </a:avLst>
          </a:prstGeom>
          <a:solidFill>
            <a:srgbClr val="0B2545"/>
          </a:solidFill>
          <a:ln w="6350">
            <a:solidFill>
              <a:srgbClr val="0B2545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406640" y="3749040"/>
            <a:ext cx="1298448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connectivity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Implementation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Service Management System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  DbConnection.java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023360" cy="3246120"/>
          </a:xfrm>
          <a:prstGeom prst="rect">
            <a:avLst/>
          </a:prstGeom>
          <a:solidFill>
            <a:srgbClr val="14202E"/>
          </a:solidFill>
          <a:ln w="6350">
            <a:solidFill>
              <a:srgbClr val="14202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371600"/>
            <a:ext cx="3840480" cy="3154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DbConnection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static Connection connection = null;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Connection OpenConnection()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ds = "DataBase/try2.accdb";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dir = System.getProperty("user.dir");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url = "jdbc:ucanaccess://"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+ dir + "/" + ds;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connection = DriverManager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.getConnection(url);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catch (Exception e)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System.out.println(e);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connection;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1005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8.6  DeleteCar.java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325880"/>
            <a:ext cx="4023360" cy="2240280"/>
          </a:xfrm>
          <a:prstGeom prst="rect">
            <a:avLst/>
          </a:prstGeom>
          <a:solidFill>
            <a:srgbClr val="14202E"/>
          </a:solidFill>
          <a:ln w="6350">
            <a:solidFill>
              <a:srgbClr val="1420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54880" y="1371600"/>
            <a:ext cx="3840480" cy="2148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DeleteCar()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initComponents();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Car c = new Car();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ResultSet rst = c.getCarsData();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CarsList.setModel(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DbUtils.resultSetToTableModel(rst));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catch (Exception e)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JOptionPane.showMessageDialog(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null, "Cars List Error");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3703320"/>
            <a:ext cx="40233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800600" y="374904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implemented: LoginMain, Vehicle, AddVehicle and RegistrationForm classes using Swing GUI.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Output: Dashboard, Vehicle, Service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Service Management System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29768" y="1336100"/>
            <a:ext cx="4078224" cy="15340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4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img/p-0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63532"/>
            <a:ext cx="4023360" cy="147917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636008" y="1089570"/>
            <a:ext cx="4078224" cy="2027099"/>
          </a:xfrm>
          <a:prstGeom prst="rect">
            <a:avLst/>
          </a:prstGeom>
          <a:solidFill>
            <a:srgbClr val="FFFFFF"/>
          </a:solidFill>
          <a:ln w="9525">
            <a:solidFill>
              <a:srgbClr val="C9D4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1" descr="img/p-01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117002"/>
            <a:ext cx="4023360" cy="197223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91947" y="3172968"/>
            <a:ext cx="2307946" cy="1517904"/>
          </a:xfrm>
          <a:prstGeom prst="rect">
            <a:avLst/>
          </a:prstGeom>
          <a:solidFill>
            <a:srgbClr val="FFFFFF"/>
          </a:solidFill>
          <a:ln w="9525">
            <a:solidFill>
              <a:srgbClr val="C9D4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0" name="Image 2" descr="img/p-01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379" y="3200400"/>
            <a:ext cx="2253082" cy="146304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017520" y="3246120"/>
            <a:ext cx="5669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 for customers, vehicles, services and payments; recent services and stock alerts.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Vehicle: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vehicle, chassis, engine and insurance details.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Entry: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done, charges and next service date.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Output: Records, Payments, Reports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Service Management System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034644" y="1024128"/>
            <a:ext cx="2868473" cy="1609344"/>
          </a:xfrm>
          <a:prstGeom prst="rect">
            <a:avLst/>
          </a:prstGeom>
          <a:solidFill>
            <a:srgbClr val="FFFFFF"/>
          </a:solidFill>
          <a:ln w="9525">
            <a:solidFill>
              <a:srgbClr val="C9D4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img/p-01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076" y="1051560"/>
            <a:ext cx="2813609" cy="1554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2624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Customers: add, edit, delete, search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248656" y="1024128"/>
            <a:ext cx="2852928" cy="1609344"/>
          </a:xfrm>
          <a:prstGeom prst="rect">
            <a:avLst/>
          </a:prstGeom>
          <a:solidFill>
            <a:srgbClr val="FFFFFF"/>
          </a:solidFill>
          <a:ln w="9525">
            <a:solidFill>
              <a:srgbClr val="C9D4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img/p-014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6088" y="1051560"/>
            <a:ext cx="2798064" cy="15544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663440" y="2624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Vehicles: full details with actions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1081278" y="2898648"/>
            <a:ext cx="2775204" cy="1609344"/>
          </a:xfrm>
          <a:prstGeom prst="rect">
            <a:avLst/>
          </a:prstGeom>
          <a:solidFill>
            <a:srgbClr val="FFFFFF"/>
          </a:solidFill>
          <a:ln w="9525">
            <a:solidFill>
              <a:srgbClr val="C9D4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2" name="Image 2" descr="img/p-015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710" y="2926080"/>
            <a:ext cx="2720340" cy="15544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57200" y="44988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Payments: paid, partial, pending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5170932" y="2898648"/>
            <a:ext cx="3008376" cy="1609344"/>
          </a:xfrm>
          <a:prstGeom prst="rect">
            <a:avLst/>
          </a:prstGeom>
          <a:solidFill>
            <a:srgbClr val="FFFFFF"/>
          </a:solidFill>
          <a:ln w="9525">
            <a:solidFill>
              <a:srgbClr val="C9D4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5" name="Image 3" descr="img/p-016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8364" y="2926080"/>
            <a:ext cx="2953512" cy="155448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4663440" y="44988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Reports: trends and service summary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Enhancements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Service Management System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2336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64592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Java + MySQL system for customer, vehicle, service and payment records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manual work, redundancy and errors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design eases maintenance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Gained hands-on SDLC, OOP and JDBC experience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402336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84632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64592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and mobile versions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service booking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and email reminders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 integration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backup, password encryption, MFA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maintenance prediction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Vehicle Service Management System</dc:title>
  <dc:subject>PptxGenJS Presentation</dc:subject>
  <dc:creator>Anbukumar M</dc:creator>
  <cp:lastModifiedBy>Anbukumar M</cp:lastModifiedBy>
  <cp:revision>1</cp:revision>
  <dcterms:created xsi:type="dcterms:W3CDTF">2026-10-23T04:07:02Z</dcterms:created>
  <dcterms:modified xsi:type="dcterms:W3CDTF">2026-10-23T04:07:02Z</dcterms:modified>
</cp:coreProperties>
</file>